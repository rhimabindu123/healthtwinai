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HEALTHTWIN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AED7EC"/>
                </a:solidFill>
                <a:latin typeface="Aptos"/>
              </a:defRPr>
            </a:pPr>
            <a:r>
              <a:t>Healthcare Digital Twin | Synthetic Data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AED7EC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33087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Rudramoni Himabindu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ED7EC"/>
                </a:solidFill>
                <a:latin typeface="Aptos"/>
              </a:defRPr>
            </a:pPr>
            <a:r>
              <a:t>Python • Streamlit • Machine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9235440" y="1371600"/>
            <a:ext cx="1188720" cy="11887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2286000"/>
            <a:ext cx="777240" cy="777240"/>
          </a:xfrm>
          <a:prstGeom prst="ellipse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2743200"/>
            <a:ext cx="548640" cy="548640"/>
          </a:xfrm>
          <a:prstGeom prst="ellipse">
            <a:avLst/>
          </a:prstGeom>
          <a:solidFill>
            <a:srgbClr val="5AA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02  |  HEALTHTWIN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Patient measurements change over time, so a single reading may not show the full pattern.</a:t>
            </a:r>
          </a:p>
          <a:p>
            <a:pPr>
              <a:spcAft>
                <a:spcPts val="18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Healthcare teams can benefit from tools that organize time-series readings and explore possible trends.</a:t>
            </a:r>
          </a:p>
          <a:p>
            <a:pPr>
              <a:spcAft>
                <a:spcPts val="18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This prototype demonstrates glucose-trend forecasting using synthetic patient and sensor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Our Solution: HealthTwin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03  |  HEALTHTWIN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A Streamlit dashboard for exploring simulated patient profiles and glucose readings.</a:t>
            </a:r>
          </a:p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A Random Forest regression model predicts glucose two hours ahead from recent readings and features.</a:t>
            </a:r>
          </a:p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A simulation control lets the user explore how new sensor readings can be added to the dashboard.</a:t>
            </a:r>
          </a:p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The project is a learning prototype—not a medical device or diagnostic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04  |  HEALTHTWIN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377440" cy="205740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1.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Patient profiles</a:t>
            </a:r>
          </a:p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Hourly sensor 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40280"/>
            <a:ext cx="2377440" cy="205740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2. Feature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Recent glucose lags</a:t>
            </a:r>
          </a:p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Activity and time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240280"/>
            <a:ext cx="2377440" cy="205740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3. ML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RandomForestRegressor</a:t>
            </a:r>
          </a:p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Two-hour-ahead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240280"/>
            <a:ext cx="2377440" cy="205740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4. Streamlit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Charts and patient view</a:t>
            </a:r>
          </a:p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Prediction and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ED7EC"/>
                </a:solidFill>
                <a:latin typeface="Aptos"/>
              </a:defRPr>
            </a:pPr>
            <a:r>
              <a:t>Data → Features → Prediction →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05  |  HEALTHTWIN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AED7EC"/>
                </a:solidFill>
                <a:latin typeface="Aptos"/>
              </a:defRPr>
            </a:pPr>
            <a:r>
              <a:t>Temporal holdout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645920" cy="123444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4.918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20240"/>
            <a:ext cx="1645920" cy="123444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08483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871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6.121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20240"/>
            <a:ext cx="1645920" cy="1234440"/>
          </a:xfrm>
          <a:prstGeom prst="roundRect">
            <a:avLst/>
          </a:prstGeom>
          <a:solidFill>
            <a:srgbClr val="1C3A5B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8483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A6A6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0.873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417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AED7EC"/>
                </a:solidFill>
                <a:latin typeface="Aptos"/>
              </a:defRPr>
            </a:pPr>
            <a:r>
              <a:t>Unseen-patient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MAE: 4.994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RMSE: 6.227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R²: 0.890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Evaluated on held-out synthetic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D291"/>
                </a:solidFill>
                <a:latin typeface="Aptos"/>
              </a:defRPr>
            </a:pPr>
            <a:r>
              <a:t>Metrics are from synthetic data only; they do not establish clinical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Live 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06  |  HEALTHTWIN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Open the HealthTwin AI Streamlit dashboard.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Select a synthetic patient and review the profile and glucose history.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Explain the forecast and the displayed evaluation metrics.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Use the sensor-reading simulation control and describe what changes on screen.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Show the project files and briefly explain the data-generation and training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143000" cy="640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C3DC"/>
                </a:solidFill>
                <a:latin typeface="Aptos"/>
              </a:defRPr>
            </a:pPr>
            <a:r>
              <a:t>07  |  HEALTHTWIN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The dataset is synthetic and does not represent validated real-patient outcomes.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The model has not been clinically validated and must not guide treatment decisions.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Future work: validate with appropriately governed real-world data, improve uncertainty estimates, and strengthen privacy and security.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Any real clinical use would require expert oversight and appropriate regulatory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AED7EC"/>
                </a:solidFill>
                <a:latin typeface="Aptos"/>
              </a:defRPr>
            </a:pPr>
            <a:r>
              <a:t>HealthTwin AI — Healthcare Digital Twin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Rudramoni Himabindu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A6A6"/>
                </a:solidFill>
                <a:latin typeface="Aptos"/>
              </a:defRPr>
            </a:pPr>
            <a:r>
              <a:t>Questions and feedback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C3DC"/>
                </a:solidFill>
                <a:latin typeface="Aptos"/>
              </a:defRPr>
            </a:pPr>
            <a:r>
              <a:t>Synthetic-data research prototype • Not for clinical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